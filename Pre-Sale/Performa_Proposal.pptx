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055"/>
          </a:solidFill>
          <a:ln w="12700">
            <a:solidFill>
              <a:srgbClr val="1620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0"/>
            <a:ext cx="54864" cy="22860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Quarter, Your Team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Builds These Decks by Hand.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proposal for automating personalized client meeting decks.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5029200" cy="0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A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Provectus  ·  Performa LTD  · 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9516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3D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Producing personalized reviews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 manual, recurring grind.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quarter, your team manually pulls portfolio data, gathers market commentary, checks IPS compliance, and assembles a custom deck for each captive client. It's bespoke every time — because it has to be.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3611880"/>
            <a:ext cx="265176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3611880"/>
            <a:ext cx="265176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73075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PER-CLIENT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4069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captive client gets a fully customized deck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3611880"/>
            <a:ext cx="2651760" cy="1280160"/>
          </a:xfrm>
          <a:prstGeom prst="rect">
            <a:avLst/>
          </a:prstGeom>
          <a:solidFill>
            <a:srgbClr val="263580"/>
          </a:solidFill>
          <a:ln w="12700">
            <a:solidFill>
              <a:srgbClr val="26358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3611880"/>
            <a:ext cx="265176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373075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QUARTER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4069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manual process repeats four times a year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3611880"/>
            <a:ext cx="2651760" cy="1280160"/>
          </a:xfrm>
          <a:prstGeom prst="rect">
            <a:avLst/>
          </a:prstGeom>
          <a:solidFill>
            <a:srgbClr val="1A2C6E"/>
          </a:solidFill>
          <a:ln w="12700">
            <a:solidFill>
              <a:srgbClr val="1A2C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3611880"/>
            <a:ext cx="265176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373075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TEAM TIME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63640" y="4069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most experienced people are doing assembly work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service promise is personalization.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process doesn't scale.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2103120"/>
            <a:ext cx="3931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103120"/>
            <a:ext cx="393192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40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633472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Performa's edge is a high-touch partnership model — deep familiarity with each captive, its IPS, its risk profile, and its stakeholders. That relationship quality is what separates Performa from larger, less specialized managers.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2103120"/>
            <a:ext cx="4023360" cy="2697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103120"/>
            <a:ext cx="402336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2633472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client roster grows, manual assembly doesn't scale with it. Something has to give — turnaround slows, quality drifts, or you staff up to absorb the cost. Either way, your team's capacity for the work that actually matters gets squeezed.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the first draft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already done?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057400"/>
            <a:ext cx="8366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system that pulls from your existing data sources — portfolio data from Clearwater Analytics, each client's IPS parameters, and current market context — and drafts a personalized review deck automatically.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3127248"/>
            <a:ext cx="836676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3127248"/>
            <a:ext cx="73152" cy="16459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2918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team stops assembling. They start advising.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deck is reviewed and approved by a human before it reaches the client. The AI handles the draft. Your analysts bring the judgment.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data to client-ready deck — automatically.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1828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72768"/>
            <a:ext cx="182880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5564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578608"/>
            <a:ext cx="1554480" cy="548640"/>
          </a:xfrm>
          <a:prstGeom prst="rect">
            <a:avLst/>
          </a:prstGeom>
          <a:solidFill>
            <a:srgbClr val="F4F7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578608"/>
            <a:ext cx="36576" cy="5486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268833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Clearwater Analytics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328416"/>
            <a:ext cx="1554480" cy="548640"/>
          </a:xfrm>
          <a:prstGeom prst="rect">
            <a:avLst/>
          </a:prstGeom>
          <a:solidFill>
            <a:srgbClr val="F4F7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328416"/>
            <a:ext cx="36576" cy="5486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343814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Parameters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078224"/>
            <a:ext cx="1554480" cy="548640"/>
          </a:xfrm>
          <a:prstGeom prst="rect">
            <a:avLst/>
          </a:prstGeom>
          <a:solidFill>
            <a:srgbClr val="F4F7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4078224"/>
            <a:ext cx="36576" cy="5486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418795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67712" y="3172968"/>
            <a:ext cx="201168" cy="0"/>
          </a:xfrm>
          <a:prstGeom prst="line">
            <a:avLst/>
          </a:prstGeom>
          <a:noFill/>
          <a:ln w="25400">
            <a:solidFill>
              <a:srgbClr val="4F8E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3118104"/>
            <a:ext cx="91440" cy="10972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42032" y="1572768"/>
            <a:ext cx="18288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42032" y="1572768"/>
            <a:ext cx="182880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9192" y="175564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Generation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679192" y="2715768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personalized content for each client based on their portfolio, constraints, and market conditions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43984" y="3172968"/>
            <a:ext cx="201168" cy="0"/>
          </a:xfrm>
          <a:prstGeom prst="line">
            <a:avLst/>
          </a:prstGeom>
          <a:noFill/>
          <a:ln w="25400">
            <a:solidFill>
              <a:srgbClr val="4F8E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6864" y="3118104"/>
            <a:ext cx="91440" cy="10972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18304" y="1572768"/>
            <a:ext cx="1828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18304" y="1572768"/>
            <a:ext cx="182880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5464" y="175564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 Review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Approval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55464" y="2715768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judgment applied before any deck reaches a client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20256" y="3172968"/>
            <a:ext cx="201168" cy="0"/>
          </a:xfrm>
          <a:prstGeom prst="line">
            <a:avLst/>
          </a:prstGeom>
          <a:noFill/>
          <a:ln w="25400">
            <a:solidFill>
              <a:srgbClr val="4F8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03136" y="3118104"/>
            <a:ext cx="91440" cy="10972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94576" y="1572768"/>
            <a:ext cx="1828800" cy="32004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94576" y="1572768"/>
            <a:ext cx="18288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31736" y="175564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Client-Ready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Deck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031736" y="2715768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compliant, and on-brand — ready to present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unlocks for Performa.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to be validated with your team during Discovery.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4069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28800"/>
            <a:ext cx="457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Recovered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35000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time spent assembling decks is returned to relationship and investment work.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4069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828800"/>
            <a:ext cx="457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9659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Quality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35000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gets a review built to the same standard, regardless of who handles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4069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337560"/>
            <a:ext cx="457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747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Turnaround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85876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go out earlier, with less stress and back-and-forth at quarter-end.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337560"/>
            <a:ext cx="4069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337560"/>
            <a:ext cx="45720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4747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Growth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85876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new captive clients doesn't proportionally increase the reporting burden.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— 4 Weeks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5486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1109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618488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current process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039112"/>
            <a:ext cx="3337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reviews are produced today — who does what, how long it takes, and where the friction lives.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50876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508760"/>
            <a:ext cx="5486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91109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4960" y="1618488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data sources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2039112"/>
            <a:ext cx="3337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Clearwater Analytics integration points, IPS documentation structure, and market data availability.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17520"/>
            <a:ext cx="5486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41985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127248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output standard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547872"/>
            <a:ext cx="3337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what a complete client review looks like — structure, tone, compliance requirements, and review workflow.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01752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017520"/>
            <a:ext cx="5486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41985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3127248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build-ready plan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3547872"/>
            <a:ext cx="3337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solution design, technical approach, success metrics, and a scoped plan for the MVP/Pilot build.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608576"/>
            <a:ext cx="8366760" cy="3931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608576"/>
            <a:ext cx="64008" cy="39319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663440"/>
            <a:ext cx="8046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Discovery, you have a clear picture of what to build — and how.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/ Pilot Build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14800" cy="33101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411480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367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BUILT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993392"/>
            <a:ext cx="374904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AI system that generates personalized quarterly review decks for a pilot set of captive clients.</a:t>
            </a:r>
            <a:endParaRPr lang="en-US" sz="13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connects to portfolio data, applies IPS parameters, incorporates market commentary, and produces a structured draft for advisor review.</a:t>
            </a:r>
            <a:endParaRPr lang="en-US" sz="13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and approval is a required step before any deck reaches a client.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508760"/>
            <a:ext cx="3977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508760"/>
            <a:ext cx="45720" cy="1005840"/>
          </a:xfrm>
          <a:prstGeom prst="rect">
            <a:avLst/>
          </a:prstGeom>
          <a:solidFill>
            <a:srgbClr val="C0CCDF"/>
          </a:solidFill>
          <a:ln w="12700">
            <a:solidFill>
              <a:srgbClr val="C0C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6367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02082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during Discovery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2651760"/>
            <a:ext cx="3977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2651760"/>
            <a:ext cx="45720" cy="1005840"/>
          </a:xfrm>
          <a:prstGeom prst="rect">
            <a:avLst/>
          </a:prstGeom>
          <a:solidFill>
            <a:srgbClr val="C0CCDF"/>
          </a:solidFill>
          <a:ln w="12700">
            <a:solidFill>
              <a:srgbClr val="C0C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7797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316382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during Discovery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3794760"/>
            <a:ext cx="3977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794760"/>
            <a:ext cx="45720" cy="1005840"/>
          </a:xfrm>
          <a:prstGeom prst="rect">
            <a:avLst/>
          </a:prstGeom>
          <a:solidFill>
            <a:srgbClr val="C0CCDF"/>
          </a:solidFill>
          <a:ln w="12700">
            <a:solidFill>
              <a:srgbClr val="C0C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9227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Client Set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430682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during Discovery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47091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timeline are intentionally open — Discovery exists to define them precisely.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is moving through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captive insurance industry.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475488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194560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04825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is ready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41401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capable of drafting structured financial documents from live data exist today. This is an engineering and integration effort — not a research project.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990088"/>
            <a:ext cx="475488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172968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02666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industry is paying attention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39242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Captive publications and early 2026 coverage are naming agentic AI as a top operational trend. The conversation is already happening at the conferences where Performa presents.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968496"/>
            <a:ext cx="475488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15137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0050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movers define the standard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37083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 built its edge by going 100% captive-focused before others did. Applying that same instinct to AI positions the firm to lead — not follow.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055"/>
          </a:solidFill>
          <a:ln w="12700">
            <a:solidFill>
              <a:srgbClr val="1620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005840"/>
            <a:ext cx="54864" cy="31089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start</a:t>
            </a:r>
            <a:endParaRPr lang="en-US" sz="5000" dirty="0"/>
          </a:p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Discovery.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5029200" cy="0"/>
          </a:xfrm>
          <a:prstGeom prst="line">
            <a:avLst/>
          </a:prstGeom>
          <a:noFill/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218688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weeks. One deliverable: a design and build plan for automating your client reviews.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commitment to build until you've seen the plan.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67728" y="192024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PROVECTUS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amarot@provectus.com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Automating Client Meeting Decks — Performa LTD</dc:title>
  <dc:subject>PptxGenJS Presentation</dc:subject>
  <dc:creator>Provectus</dc:creator>
  <cp:lastModifiedBy>Provectus</cp:lastModifiedBy>
  <cp:revision>1</cp:revision>
  <dcterms:created xsi:type="dcterms:W3CDTF">2026-03-17T18:28:18Z</dcterms:created>
  <dcterms:modified xsi:type="dcterms:W3CDTF">2026-03-17T18:28:18Z</dcterms:modified>
</cp:coreProperties>
</file>